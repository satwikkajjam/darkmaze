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ela Gothic One" pitchFamily="2" charset="-128"/>
      <p:regular r:id="rId13"/>
    </p:embeddedFont>
    <p:embeddedFont>
      <p:font typeface="DM Sans" pitchFamily="2" charset="77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949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2741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DarkMaze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16504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procedural horror maze game built in Unity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75547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Survive the maze, collect the trinkets, and escape the entity.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433995"/>
            <a:ext cx="652903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is DarkMaze?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47162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third-person horror maze game where players explore a procedurally generated labyrinth, avoid demonic enemies, and collect trinkets. The final goal is to find the hidden 14th trinket and reach the exit.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755475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promise:</a:t>
            </a: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Exploration feels tense because the maze changes every run and danger is always nearby. This isn't just a maze game—it combines survival, stealth, and horror atmosphere into one terrifying experience.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6978" y="514945"/>
            <a:ext cx="4906804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Gameplay Loop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978" y="1271945"/>
            <a:ext cx="795457" cy="954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49235" y="1431012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Spawn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449235" y="1762601"/>
            <a:ext cx="10644188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 a newly generated maze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978" y="2226588"/>
            <a:ext cx="795457" cy="9546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49235" y="2385655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Navigate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449235" y="2717244"/>
            <a:ext cx="10644188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corridors for trinkets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978" y="3181231"/>
            <a:ext cx="795457" cy="954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9235" y="3340298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Avoid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449235" y="3671888"/>
            <a:ext cx="10644188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stamina and use flashlight wisely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978" y="4135874"/>
            <a:ext cx="795457" cy="9546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49235" y="4294942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Collect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449235" y="4626531"/>
            <a:ext cx="10644188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Gather 14 trinkets to unlock escape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978" y="5090517"/>
            <a:ext cx="795457" cy="9546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49235" y="5249585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Escape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2449235" y="5581174"/>
            <a:ext cx="10644188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 the exit to survive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536978" y="6220420"/>
            <a:ext cx="2574608" cy="313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Tension Systems</a:t>
            </a:r>
            <a:endParaRPr lang="en-US" sz="1950" dirty="0"/>
          </a:p>
        </p:txBody>
      </p:sp>
      <p:sp>
        <p:nvSpPr>
          <p:cNvPr id="19" name="Text 12"/>
          <p:cNvSpPr/>
          <p:nvPr/>
        </p:nvSpPr>
        <p:spPr>
          <a:xfrm>
            <a:off x="1536978" y="6709648"/>
            <a:ext cx="11556444" cy="1005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Sprinting drains stamina rapidly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Crouching reduces detection chance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Flashlight helps visibility but reveals your position</a:t>
            </a:r>
            <a:endParaRPr lang="en-US" sz="12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Enemy proximity triggers heartbeat feedback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CBFCF1-F2B1-8869-CAB8-D992264D47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9422" y="7616865"/>
            <a:ext cx="30480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31" y="508516"/>
            <a:ext cx="7654171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Procedural Maze Generation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31" y="1437442"/>
            <a:ext cx="8003500" cy="4466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77494" y="2536746"/>
            <a:ext cx="227171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It Works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477494" y="2958227"/>
            <a:ext cx="4115157" cy="124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maze is built at runtime using recursive backtracking algorithms. Dynamic wall, floor, and exit placement ensures each playthrough feels unique. Runtime NavMesh generation supports intelligent enemy movement.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477494" y="4322564"/>
            <a:ext cx="4115157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Dead ends and edge cells naturally spread collectibles throughout the labyrinth.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45131" y="6213753"/>
            <a:ext cx="4088249" cy="1507212"/>
          </a:xfrm>
          <a:prstGeom prst="roundRect">
            <a:avLst>
              <a:gd name="adj" fmla="val 48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25391" y="6394013"/>
            <a:ext cx="3727728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Every Playthrough Different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225391" y="7044452"/>
            <a:ext cx="3727728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Procedural generation guarantees fresh layouts and unexpected challenges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70897" y="6213753"/>
            <a:ext cx="4088368" cy="1507212"/>
          </a:xfrm>
          <a:prstGeom prst="roundRect">
            <a:avLst>
              <a:gd name="adj" fmla="val 48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51158" y="6394013"/>
            <a:ext cx="2841427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Designed Readability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451158" y="6760488"/>
            <a:ext cx="3727847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placement keeps the map readable while maintaining unpredictability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496782" y="6213753"/>
            <a:ext cx="4088249" cy="1507212"/>
          </a:xfrm>
          <a:prstGeom prst="roundRect">
            <a:avLst>
              <a:gd name="adj" fmla="val 48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77043" y="6394013"/>
            <a:ext cx="281773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Infinite Replayability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677043" y="6760488"/>
            <a:ext cx="3727728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layout supports endless variations and strategic depth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FC1BFF8-453F-169D-8D46-DBC2ABE27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646" y="7727629"/>
            <a:ext cx="2429776" cy="435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42988"/>
            <a:ext cx="901743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Player Systems &amp; Controls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97192"/>
            <a:ext cx="34189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Movement &amp;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870002"/>
            <a:ext cx="6292572" cy="3303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WASD or arrow keys for movement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Mouse look for camera control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Shift to sprint (drains stamina)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 or Ctrl to crouch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Space to jump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 to toggle flashlight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 to pick up trinkets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 to pause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2297192"/>
            <a:ext cx="3889891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Resource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287000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Stamina Bar:</a:t>
            </a: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Limits sustained sprinting, forcing strategic pacing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75832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Health System:</a:t>
            </a: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Hearts display survival state with damage feedback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7139" y="464665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Flashlight Battery:</a:t>
            </a: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Drains while active, recharges when off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649319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player is vulnerable and must think before rushing. Every decision carries weight—sprint too much and you'll exhaust yourself; hide too long and the entity might find you.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27C25A-3D1F-17E0-0D0F-71009844B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422" y="7616865"/>
            <a:ext cx="30480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709" y="570548"/>
            <a:ext cx="5434370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Enemy Behavior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22709" y="1643420"/>
            <a:ext cx="412909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709" y="1971437"/>
            <a:ext cx="4263747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5" name="Text 3"/>
          <p:cNvSpPr/>
          <p:nvPr/>
        </p:nvSpPr>
        <p:spPr>
          <a:xfrm>
            <a:off x="722709" y="2120384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Patrol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2709" y="2577941"/>
            <a:ext cx="4263747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Enemies follow patrol routes through the maze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83267" y="1643420"/>
            <a:ext cx="412909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3267" y="1971437"/>
            <a:ext cx="4263747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9" name="Text 7"/>
          <p:cNvSpPr/>
          <p:nvPr/>
        </p:nvSpPr>
        <p:spPr>
          <a:xfrm>
            <a:off x="5183267" y="2120384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Investigate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183267" y="2577941"/>
            <a:ext cx="4263747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Noise and movement trigger investigation behavior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43824" y="1643420"/>
            <a:ext cx="412909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43824" y="1971437"/>
            <a:ext cx="4263866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3824" y="2120384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43824" y="2577941"/>
            <a:ext cx="4263866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line of sight initiates pursuit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709" y="3574613"/>
            <a:ext cx="412909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709" y="3902631"/>
            <a:ext cx="6494026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17" name="Text 15"/>
          <p:cNvSpPr/>
          <p:nvPr/>
        </p:nvSpPr>
        <p:spPr>
          <a:xfrm>
            <a:off x="722709" y="4051578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Search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22709" y="4509135"/>
            <a:ext cx="6494026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 of sight prompts area search patterns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13546" y="3574613"/>
            <a:ext cx="412909" cy="258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 Light" pitchFamily="34" charset="0"/>
                <a:ea typeface="Dela Gothic One Light" pitchFamily="34" charset="-122"/>
                <a:cs typeface="Dela Gothic One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13546" y="3902631"/>
            <a:ext cx="6494145" cy="22860"/>
          </a:xfrm>
          <a:prstGeom prst="rect">
            <a:avLst/>
          </a:prstGeom>
          <a:solidFill>
            <a:srgbClr val="C91313"/>
          </a:solidFill>
          <a:ln/>
        </p:spPr>
      </p:sp>
      <p:sp>
        <p:nvSpPr>
          <p:cNvPr id="21" name="Text 19"/>
          <p:cNvSpPr/>
          <p:nvPr/>
        </p:nvSpPr>
        <p:spPr>
          <a:xfrm>
            <a:off x="7413546" y="4051578"/>
            <a:ext cx="2717125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Return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13546" y="4509135"/>
            <a:ext cx="6494145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Eventually returns to patrol after losing player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709" y="5404604"/>
            <a:ext cx="3099078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Detection Systems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22709" y="5940981"/>
            <a:ext cx="6340554" cy="1105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Vision cone for direct sight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Sound propagation for noise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Flashlight awareness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74756" y="5404604"/>
            <a:ext cx="315337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 &amp; Audio Cues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574756" y="5940981"/>
            <a:ext cx="6340554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 visual indicators intensify when enemies become aggressive. Heartbeat audio grows stronger as danger increases.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709" y="7336393"/>
            <a:ext cx="13184981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goal:</a:t>
            </a:r>
            <a:r>
              <a:rPr lang="en-US" sz="16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enemy feels smart without being unfair. Players are rewarded for crouching, moving carefully, and staying out of sight.</a:t>
            </a:r>
            <a:endParaRPr lang="en-US" sz="1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DBD5877-5426-1AC3-485C-91F2A693E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262" y="7676141"/>
            <a:ext cx="2717159" cy="486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591026"/>
            <a:ext cx="10773728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Collectibles &amp; Guided Exploration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1687949"/>
            <a:ext cx="2231708" cy="27896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616" y="4731663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14 Trinkets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34616" y="5198864"/>
            <a:ext cx="309967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 throughout the maze for collection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8368" y="1687949"/>
            <a:ext cx="2231827" cy="27897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88368" y="4731782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Guiding Eye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4088368" y="5198983"/>
            <a:ext cx="3099792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Spectral entity guides players to most trinkets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240" y="1687949"/>
            <a:ext cx="2231708" cy="27896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2240" y="4731663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Hidden Final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442240" y="5198864"/>
            <a:ext cx="3099673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14th trinket receives no direct guidance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992" y="1687949"/>
            <a:ext cx="2231827" cy="27897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95992" y="4731782"/>
            <a:ext cx="3099792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Environmental Clues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0795992" y="5544264"/>
            <a:ext cx="3099792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Sky, fog, and ambient colors shift near the final trinket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734616" y="6434018"/>
            <a:ext cx="13161169" cy="1204555"/>
          </a:xfrm>
          <a:prstGeom prst="roundRect">
            <a:avLst>
              <a:gd name="adj" fmla="val 7318"/>
            </a:avLst>
          </a:prstGeom>
          <a:solidFill>
            <a:srgbClr val="460707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404" y="6741200"/>
            <a:ext cx="262295" cy="2097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6487" y="6689646"/>
            <a:ext cx="12269510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works:</a:t>
            </a:r>
            <a:r>
              <a:rPr lang="en-US" sz="16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Early game feels guided and manageable. Late game becomes more mysterious and tense as the environment itself becomes part of the clue system.</a:t>
            </a: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861423-1399-7645-95F9-2D58C78F87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8640" y="7690183"/>
            <a:ext cx="2638782" cy="472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676638"/>
            <a:ext cx="731400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UI &amp; Player Feedback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9308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Hud Elements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503652"/>
            <a:ext cx="6292572" cy="203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Minimap in upper-left corner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Trinket progress at top center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Stamina bar on lower-left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Flashlight battery indicator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Hearts and heartbeat warning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2930843"/>
            <a:ext cx="41390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 &amp; Audio Feedback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3503652"/>
            <a:ext cx="6292572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Damage flash on taking hits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 flash when gathering trinkets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Pause menu and game state screens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Death screen and win screen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859542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UI stays informative without breaking the horror tone. Players always know their current risk level through clear, immediate feedback systems.</a:t>
            </a:r>
            <a:endParaRPr lang="en-US"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B0A750-4C71-48B8-5B0A-D1301DEB5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422" y="7616865"/>
            <a:ext cx="30480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6123" y="503158"/>
            <a:ext cx="7843480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Atmosphere &amp; Audio Design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126123" y="1335881"/>
            <a:ext cx="7864554" cy="1073944"/>
          </a:xfrm>
          <a:prstGeom prst="roundRect">
            <a:avLst>
              <a:gd name="adj" fmla="val 7149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31744" y="1541502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Fog &amp; Low Light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31744" y="1934647"/>
            <a:ext cx="74533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Creates claustrophobic feel with limited visibility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123" y="2564011"/>
            <a:ext cx="7864554" cy="1073944"/>
          </a:xfrm>
          <a:prstGeom prst="roundRect">
            <a:avLst>
              <a:gd name="adj" fmla="val 7149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1744" y="2769632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 Lighting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331744" y="3162776"/>
            <a:ext cx="74533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Pools of light and subtle color variation guide exploration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123" y="3792141"/>
            <a:ext cx="7864554" cy="1073944"/>
          </a:xfrm>
          <a:prstGeom prst="roundRect">
            <a:avLst>
              <a:gd name="adj" fmla="val 7149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1744" y="3997762"/>
            <a:ext cx="2467094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Procedural Audio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331744" y="4390906"/>
            <a:ext cx="74533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 sounds synthesized at runtime for dynamic atmosphere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123" y="5020270"/>
            <a:ext cx="7864554" cy="1073944"/>
          </a:xfrm>
          <a:prstGeom prst="roundRect">
            <a:avLst>
              <a:gd name="adj" fmla="val 7149"/>
            </a:avLst>
          </a:prstGeom>
          <a:solidFill>
            <a:srgbClr val="0A0A0A">
              <a:alpha val="95000"/>
            </a:srgbClr>
          </a:solidFill>
          <a:ln w="2286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31744" y="5225891"/>
            <a:ext cx="265485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Heartbeat System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331744" y="5619036"/>
            <a:ext cx="7453312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Audio grows stronger when enemies are near, intensifying tension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123" y="6325553"/>
            <a:ext cx="2886432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Visual Identity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126123" y="6917650"/>
            <a:ext cx="7864554" cy="808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Dark blue-gray palette establishes oppressive mood. Glowing trinkets and red enemy accents provide contrast. The spectral guiding eye serves as a memorable visual landmark throughout the labyrinth.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92FDE28-03FD-79B4-A0FB-7E9612D62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9422" y="7616865"/>
            <a:ext cx="30480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258" y="523518"/>
            <a:ext cx="7750969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Technical Stack &amp; Highlights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2258" y="1459944"/>
            <a:ext cx="2779514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Core Tech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922258" y="1950363"/>
            <a:ext cx="6178272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6000.3.4f1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C# scripts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System package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uGUI with OnGUI HUD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NavMesh navigation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537490" y="1459944"/>
            <a:ext cx="2779514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Engineering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7537490" y="1950363"/>
            <a:ext cx="6178272" cy="117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Bootstrap-driven scene setup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scene creates full game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 system separation</a:t>
            </a:r>
            <a:endParaRPr lang="en-US" sz="135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Runtime-generated materials, audio, lighting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22258" y="3681532"/>
            <a:ext cx="12785884" cy="13097"/>
          </a:xfrm>
          <a:prstGeom prst="rect">
            <a:avLst/>
          </a:prstGeom>
          <a:solidFill>
            <a:srgbClr val="FFE5E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22258" y="3952994"/>
            <a:ext cx="5843588" cy="46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DarkMaze Stands Out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922258" y="4630698"/>
            <a:ext cx="6321385" cy="997625"/>
          </a:xfrm>
          <a:prstGeom prst="roundRect">
            <a:avLst>
              <a:gd name="adj" fmla="val 74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5853" y="4814292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Replayability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5853" y="5189458"/>
            <a:ext cx="5954197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Procedural maze generation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86638" y="4630698"/>
            <a:ext cx="6321504" cy="997625"/>
          </a:xfrm>
          <a:prstGeom prst="roundRect">
            <a:avLst>
              <a:gd name="adj" fmla="val 74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0232" y="4814292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Tension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70232" y="5189458"/>
            <a:ext cx="5954316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Stealth and survival mechanics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22258" y="5771317"/>
            <a:ext cx="6321385" cy="997625"/>
          </a:xfrm>
          <a:prstGeom prst="roundRect">
            <a:avLst>
              <a:gd name="adj" fmla="val 74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5853" y="5954911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Atmosphere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5853" y="6330077"/>
            <a:ext cx="5954197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horror mood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86638" y="5771317"/>
            <a:ext cx="6321504" cy="997625"/>
          </a:xfrm>
          <a:prstGeom prst="roundRect">
            <a:avLst>
              <a:gd name="adj" fmla="val 7411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0232" y="5954911"/>
            <a:ext cx="2316242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70232" y="6330077"/>
            <a:ext cx="5954316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Guided exploration with hidden twist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86220" y="7144226"/>
            <a:ext cx="7655123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Escape the maze before the maze escapes you.</a:t>
            </a:r>
            <a:endParaRPr lang="en-US" sz="2150" dirty="0"/>
          </a:p>
        </p:txBody>
      </p:sp>
      <p:sp>
        <p:nvSpPr>
          <p:cNvPr id="22" name="Shape 20"/>
          <p:cNvSpPr/>
          <p:nvPr/>
        </p:nvSpPr>
        <p:spPr>
          <a:xfrm>
            <a:off x="922258" y="6929795"/>
            <a:ext cx="22860" cy="776288"/>
          </a:xfrm>
          <a:prstGeom prst="rect">
            <a:avLst/>
          </a:prstGeom>
          <a:solidFill>
            <a:srgbClr val="C91313"/>
          </a:solidFill>
          <a:ln/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47AF4C-AE09-8EEA-5865-3C3409DD0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9422" y="7616865"/>
            <a:ext cx="30480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762</Words>
  <Application>Microsoft Macintosh PowerPoint</Application>
  <PresentationFormat>Custom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Dela Gothic One Light</vt:lpstr>
      <vt:lpstr>Arial</vt:lpstr>
      <vt:lpstr>Dela Gothic One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SATWIK KAJJAM</cp:lastModifiedBy>
  <cp:revision>2</cp:revision>
  <dcterms:created xsi:type="dcterms:W3CDTF">2026-04-11T20:09:14Z</dcterms:created>
  <dcterms:modified xsi:type="dcterms:W3CDTF">2026-04-13T14:01:02Z</dcterms:modified>
</cp:coreProperties>
</file>